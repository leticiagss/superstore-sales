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E614F-CDFB-BB1B-9015-B4EBC914E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8006D-37EE-F87F-6D1D-ECDD0E491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6BD28-CB3F-994B-8645-748F979A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D883-ED7D-45F7-8FB3-2A7E848DA92B}" type="datetimeFigureOut">
              <a:rPr lang="pt-PT" smtClean="0"/>
              <a:t>16/02/2026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5BE30-B259-1D6B-AD33-440E1F23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50FD3-CA08-C476-9E18-39DBAC2B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8A7-4358-45A0-8DFB-B1BEB3E97C9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569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59F3-BEBF-B503-4DE7-2D5C9FD21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56C8C-125B-0718-3332-D0754AA42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6B3AB-6005-732C-F6A3-30F134CE7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D883-ED7D-45F7-8FB3-2A7E848DA92B}" type="datetimeFigureOut">
              <a:rPr lang="pt-PT" smtClean="0"/>
              <a:t>16/02/2026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B3C26-7E97-591B-5F47-29830AEAE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17D99-85F6-E289-9F7A-660D57C8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8A7-4358-45A0-8DFB-B1BEB3E97C9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0697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BC8D-9D85-116D-4FB2-2A73CEE5E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53EDE-AA10-D393-B9F0-86AE489AC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80D5C-0A1E-E788-784D-9A00F777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D883-ED7D-45F7-8FB3-2A7E848DA92B}" type="datetimeFigureOut">
              <a:rPr lang="pt-PT" smtClean="0"/>
              <a:t>16/02/2026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A6D4E-CC33-19B7-DF61-FE29009F2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F4705-A559-7506-5084-D151BFA0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8A7-4358-45A0-8DFB-B1BEB3E97C9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60130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420A-5313-E58B-3B9E-FD7BCB46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0449B-DAD4-901C-C371-563330571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65A35-77D3-D7D6-A475-2637D88F9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25B95-FBC6-47E1-3D64-4A83FC32A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D883-ED7D-45F7-8FB3-2A7E848DA92B}" type="datetimeFigureOut">
              <a:rPr lang="pt-PT" smtClean="0"/>
              <a:t>16/02/2026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7E260-5212-1681-1CD8-74060283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55B9E-478C-6478-AC31-50A05977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8A7-4358-45A0-8DFB-B1BEB3E97C9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487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4FDA-E075-B7C0-F275-07C2E16AF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03446-CE5E-00D7-DD6A-840E06931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27197-849D-0DCF-B89E-7D329E576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17F6FF-4626-D66F-A14B-F5C82D7FC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5F4DDD-99E8-82DB-A136-43A6EEEF2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17B21-4A29-370D-82CD-0720ABE6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D883-ED7D-45F7-8FB3-2A7E848DA92B}" type="datetimeFigureOut">
              <a:rPr lang="pt-PT" smtClean="0"/>
              <a:t>16/02/2026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99E84B-1AC7-B41A-73F8-7DFD349C8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C5CDC4-8F6E-C7E8-7EDF-B9C47940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8A7-4358-45A0-8DFB-B1BEB3E97C9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751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236A8-8D5E-C9AE-CB2E-AFFEDCC8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DB765F-3D22-A352-1C88-3985F44A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D883-ED7D-45F7-8FB3-2A7E848DA92B}" type="datetimeFigureOut">
              <a:rPr lang="pt-PT" smtClean="0"/>
              <a:t>16/02/2026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EEDFB-D630-B7EA-94BD-A9AFED96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C4CC3-C022-9D9C-0768-AF7811EB2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8A7-4358-45A0-8DFB-B1BEB3E97C9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670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1D58F-79F7-B622-C7F3-7A3517FB3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D883-ED7D-45F7-8FB3-2A7E848DA92B}" type="datetimeFigureOut">
              <a:rPr lang="pt-PT" smtClean="0"/>
              <a:t>16/02/2026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290B6-95A7-36AF-6912-238B77F5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6B808-FE58-C8D7-29C5-F0280169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8A7-4358-45A0-8DFB-B1BEB3E97C9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1244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9728D-7537-6F88-DC2F-3144759B8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1FA3D-7243-2EAE-4237-F19E3A35C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9FEF5-B5C2-E3FE-0A74-8D5C31537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4A73A-7DC4-2C6C-3ABA-4A3C7F2E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D883-ED7D-45F7-8FB3-2A7E848DA92B}" type="datetimeFigureOut">
              <a:rPr lang="pt-PT" smtClean="0"/>
              <a:t>16/02/2026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D053E-CF88-6BA7-B886-259D28A10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07D6C-2152-3C77-C46B-780617940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8A7-4358-45A0-8DFB-B1BEB3E97C9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98936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8FCFD-89C9-FE96-7828-025F658FA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EEC84D-EC46-218A-9907-D984AE149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FF1BD-4D7B-DC0A-9D69-4CB31D68F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3A8CE-8120-3D9C-7234-4A79BD60D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D883-ED7D-45F7-8FB3-2A7E848DA92B}" type="datetimeFigureOut">
              <a:rPr lang="pt-PT" smtClean="0"/>
              <a:t>16/02/2026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7B326-74FD-2312-DF15-C8B3EBEF5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9413A-620F-65AA-BD3A-AF709ED7A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8A7-4358-45A0-8DFB-B1BEB3E97C9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9284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712E-1231-F38F-1DD5-39FD68763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E3EA2-F72E-E36B-514E-4A85ABB03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7A353-A999-C747-4C31-10A13D0CF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D883-ED7D-45F7-8FB3-2A7E848DA92B}" type="datetimeFigureOut">
              <a:rPr lang="pt-PT" smtClean="0"/>
              <a:t>16/02/2026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296C9-5DFA-7BF4-0594-5C907B5F3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CA399-0E47-E093-CDC6-5D231CEAF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8A7-4358-45A0-8DFB-B1BEB3E97C9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9664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466E00-BD1B-ECD0-E7C3-BE5E10A52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5910B-C732-754D-0C95-B811F7BD0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E078F-C70D-9005-23EA-DD7E64DA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D883-ED7D-45F7-8FB3-2A7E848DA92B}" type="datetimeFigureOut">
              <a:rPr lang="pt-PT" smtClean="0"/>
              <a:t>16/02/2026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74240-38D2-D061-415C-FB852BDB0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153F9-813B-E384-68A7-A455C306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D8A7-4358-45A0-8DFB-B1BEB3E97C9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083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7B08A9-AD62-4301-D05E-7261A0AA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601A3-42B9-1929-3F7E-351586D82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2B437-752C-5FB9-5E96-1B20A036C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FD883-ED7D-45F7-8FB3-2A7E848DA92B}" type="datetimeFigureOut">
              <a:rPr lang="pt-PT" smtClean="0"/>
              <a:t>16/02/2026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E490F-7C8A-F4E0-D8D0-12B4C27EB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C6265-A581-0BC8-E83B-1B666B015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2D8A7-4358-45A0-8DFB-B1BEB3E97C9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03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D4C07C-4EFD-11F5-F0FF-271208B1237B}"/>
              </a:ext>
            </a:extLst>
          </p:cNvPr>
          <p:cNvSpPr txBox="1"/>
          <p:nvPr/>
        </p:nvSpPr>
        <p:spPr>
          <a:xfrm>
            <a:off x="1119155" y="1240972"/>
            <a:ext cx="10163888" cy="5153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Context &amp; Objective</a:t>
            </a:r>
          </a:p>
          <a:p>
            <a:endParaRPr lang="pt-BR" dirty="0"/>
          </a:p>
          <a:p>
            <a:r>
              <a:rPr lang="pt-BR" sz="2200" dirty="0">
                <a:latin typeface="Segoe UI" panose="020B0502040204020203" pitchFamily="34" charset="0"/>
                <a:cs typeface="Segoe UI" panose="020B0502040204020203" pitchFamily="34" charset="0"/>
              </a:rPr>
              <a:t>Sales Perfomance Analysis – Superstore Dataset</a:t>
            </a:r>
          </a:p>
          <a:p>
            <a:endParaRPr lang="pt-BR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pt-BR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200" dirty="0">
                <a:latin typeface="Segoe UI" panose="020B0502040204020203" pitchFamily="34" charset="0"/>
                <a:cs typeface="Segoe UI" panose="020B0502040204020203" pitchFamily="34" charset="0"/>
              </a:rPr>
              <a:t>Dataset: Superstore Sales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200" dirty="0">
                <a:latin typeface="Segoe UI" panose="020B0502040204020203" pitchFamily="34" charset="0"/>
                <a:cs typeface="Segoe UI" panose="020B0502040204020203" pitchFamily="34" charset="0"/>
              </a:rPr>
              <a:t>Period: 2015-2018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200" dirty="0">
                <a:latin typeface="Segoe UI" panose="020B0502040204020203" pitchFamily="34" charset="0"/>
                <a:cs typeface="Segoe UI" panose="020B0502040204020203" pitchFamily="34" charset="0"/>
              </a:rPr>
              <a:t>Goal: Analyze revenue performance, customer behavior and sales trends (2015-2018)</a:t>
            </a:r>
            <a:br>
              <a:rPr lang="pt-BR" sz="2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pt-BR" sz="2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PT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979BA-4877-6F9D-C43A-47DDD314064D}"/>
              </a:ext>
            </a:extLst>
          </p:cNvPr>
          <p:cNvSpPr txBox="1"/>
          <p:nvPr/>
        </p:nvSpPr>
        <p:spPr>
          <a:xfrm>
            <a:off x="1157628" y="6383868"/>
            <a:ext cx="987674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	Leticia Gomes Silva e Silva  </a:t>
            </a:r>
            <a:r>
              <a:rPr lang="pt-PT" sz="1500" dirty="0">
                <a:latin typeface="Segoe UI" panose="020B0502040204020203" pitchFamily="34" charset="0"/>
                <a:cs typeface="Segoe UI" panose="020B0502040204020203" pitchFamily="34" charset="0"/>
              </a:rPr>
              <a:t>• 2026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				Tools: SLQ  </a:t>
            </a:r>
            <a:r>
              <a:rPr lang="pt-PT" sz="1500" dirty="0">
                <a:latin typeface="Segoe UI" panose="020B0502040204020203" pitchFamily="34" charset="0"/>
                <a:cs typeface="Segoe UI" panose="020B0502040204020203" pitchFamily="34" charset="0"/>
              </a:rPr>
              <a:t>•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  Power Bi</a:t>
            </a:r>
            <a:endParaRPr lang="pt-PT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534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1794F3-CFE4-A207-5A34-8DC86AA2EC16}"/>
              </a:ext>
            </a:extLst>
          </p:cNvPr>
          <p:cNvSpPr txBox="1"/>
          <p:nvPr/>
        </p:nvSpPr>
        <p:spPr>
          <a:xfrm>
            <a:off x="34024" y="194637"/>
            <a:ext cx="8860972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  <a:r>
              <a:rPr lang="pt-BR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Revenue &amp; Performance </a:t>
            </a: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Key Questions</a:t>
            </a:r>
            <a:b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How much revenue does the company generate?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Which categories drive the most revenue?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How has revenue evolved over time?</a:t>
            </a: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Key Findings</a:t>
            </a:r>
            <a:b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Total Revenue (2015-2018): </a:t>
            </a:r>
            <a:r>
              <a:rPr lang="pt-BR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2.26M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Revenue showed overall growth, peaking in 2018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Technology</a:t>
            </a: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 is the top revenue category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Average order value slightly decreased over the period</a:t>
            </a: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638060-D58C-C52A-0DF1-4CB7A3B37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65" y="1657350"/>
            <a:ext cx="5635327" cy="407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12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1794F3-CFE4-A207-5A34-8DC86AA2EC16}"/>
              </a:ext>
            </a:extLst>
          </p:cNvPr>
          <p:cNvSpPr txBox="1"/>
          <p:nvPr/>
        </p:nvSpPr>
        <p:spPr>
          <a:xfrm>
            <a:off x="161160" y="517803"/>
            <a:ext cx="8860972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  <a:r>
              <a:rPr lang="pt-BR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Customer Behavior</a:t>
            </a: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Key Questions</a:t>
            </a:r>
            <a:b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How are the main customers?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Which segments and regions drive revenue?</a:t>
            </a: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Key Findings</a:t>
            </a:r>
            <a:b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Total of </a:t>
            </a:r>
            <a:r>
              <a:rPr lang="pt-BR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793</a:t>
            </a:r>
            <a:r>
              <a:rPr lang="pt-BR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unique customers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Consumer segment dominates revenue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West region is the strongest market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Average spend per customer: </a:t>
            </a:r>
            <a:r>
              <a:rPr lang="pt-BR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2,851.87</a:t>
            </a: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BCD45-57F2-7DE7-2EFD-E5EA00C5C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8621"/>
            <a:ext cx="5293179" cy="407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0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1794F3-CFE4-A207-5A34-8DC86AA2EC16}"/>
              </a:ext>
            </a:extLst>
          </p:cNvPr>
          <p:cNvSpPr txBox="1"/>
          <p:nvPr/>
        </p:nvSpPr>
        <p:spPr>
          <a:xfrm>
            <a:off x="0" y="517803"/>
            <a:ext cx="8860972" cy="657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  <a:r>
              <a:rPr lang="pt-BR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Sales Trends &amp; Seasonality</a:t>
            </a: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Key Questions</a:t>
            </a:r>
            <a:b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How do sales evolve over time?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Is there seasonality?</a:t>
            </a: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Key Findings</a:t>
            </a:r>
            <a:b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Strong concentration of sales in </a:t>
            </a:r>
            <a:r>
              <a:rPr lang="pt-BR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Q4 </a:t>
            </a:r>
            <a:br>
              <a:rPr lang="pt-BR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(Oct-Dec)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December is the best month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Clear seasonal pattern observed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Revenue growth accelerated after 2016</a:t>
            </a: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PT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655FE2-12A6-4244-951F-70DE750D0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741" y="1455805"/>
            <a:ext cx="7438499" cy="448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55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1794F3-CFE4-A207-5A34-8DC86AA2EC16}"/>
              </a:ext>
            </a:extLst>
          </p:cNvPr>
          <p:cNvSpPr txBox="1"/>
          <p:nvPr/>
        </p:nvSpPr>
        <p:spPr>
          <a:xfrm>
            <a:off x="1197428" y="223154"/>
            <a:ext cx="9797144" cy="641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pt-BR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Business Insights &amp; Recommendations</a:t>
            </a: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Revenue Growth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Focus marketing efforts during Q4 peak season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Explore revenue growth opportunities in the South region</a:t>
            </a:r>
          </a:p>
          <a:p>
            <a:pPr>
              <a:lnSpc>
                <a:spcPct val="150000"/>
              </a:lnSpc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Customer Strategy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Strengthen retention strategies in the Consumer segment</a:t>
            </a:r>
          </a:p>
          <a:p>
            <a:pPr>
              <a:lnSpc>
                <a:spcPct val="150000"/>
              </a:lnSpc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Operational Efficiency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Optimize inventory planning based on seasonal demand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Reevaluate low-performing products</a:t>
            </a:r>
          </a:p>
        </p:txBody>
      </p:sp>
    </p:spTree>
    <p:extLst>
      <p:ext uri="{BB962C8B-B14F-4D97-AF65-F5344CB8AC3E}">
        <p14:creationId xmlns:p14="http://schemas.microsoft.com/office/powerpoint/2010/main" val="869343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1794F3-CFE4-A207-5A34-8DC86AA2EC16}"/>
              </a:ext>
            </a:extLst>
          </p:cNvPr>
          <p:cNvSpPr txBox="1"/>
          <p:nvPr/>
        </p:nvSpPr>
        <p:spPr>
          <a:xfrm>
            <a:off x="960845" y="510902"/>
            <a:ext cx="9797144" cy="607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pt-BR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Project Summary</a:t>
            </a: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End-to-end sales analysis using SQL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Data cleaning, validation and transformation performed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Business analysis structured into Revenue, Customers and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Insights prepared for visualization and business decision-making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Dashboard developed in Power BI for visualization</a:t>
            </a:r>
            <a:b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Dataset: Superstores Sales | Tools: MySQL			            Full SLQ queries available upon request</a:t>
            </a:r>
          </a:p>
        </p:txBody>
      </p:sp>
    </p:spTree>
    <p:extLst>
      <p:ext uri="{BB962C8B-B14F-4D97-AF65-F5344CB8AC3E}">
        <p14:creationId xmlns:p14="http://schemas.microsoft.com/office/powerpoint/2010/main" val="2121369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056F99-EA6C-966B-5255-B0B33DD8A3EF}"/>
              </a:ext>
            </a:extLst>
          </p:cNvPr>
          <p:cNvSpPr txBox="1"/>
          <p:nvPr/>
        </p:nvSpPr>
        <p:spPr>
          <a:xfrm>
            <a:off x="2024743" y="6488668"/>
            <a:ext cx="74615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Interactive dashboard developed in Power BI to support dynamic business analysis</a:t>
            </a:r>
            <a:endParaRPr lang="pt-PT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D9C6C1-45DB-B577-0D67-BD807FBA1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46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6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Widescreen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silva</dc:creator>
  <cp:lastModifiedBy>le silva</cp:lastModifiedBy>
  <cp:revision>8</cp:revision>
  <dcterms:created xsi:type="dcterms:W3CDTF">2026-02-08T10:25:05Z</dcterms:created>
  <dcterms:modified xsi:type="dcterms:W3CDTF">2026-02-16T16:43:27Z</dcterms:modified>
</cp:coreProperties>
</file>